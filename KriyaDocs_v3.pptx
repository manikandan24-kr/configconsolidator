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FFFFFF"/>
                </a:solidFill>
              </a:rPr>
              <a:t>KRIYADOCS  ·  STRATEGIC VISION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64592" cy="439369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822960"/>
            <a:ext cx="3200400" cy="3200400"/>
          </a:xfrm>
          <a:prstGeom prst="ellipse">
            <a:avLst/>
          </a:prstGeom>
          <a:solidFill>
            <a:srgbClr val="0096B7">
              <a:alpha val="10000"/>
            </a:srgbClr>
          </a:solidFill>
          <a:ln w="12700">
            <a:solidFill>
              <a:srgbClr val="0096B7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1463040"/>
            <a:ext cx="1828800" cy="1828800"/>
          </a:xfrm>
          <a:prstGeom prst="ellipse">
            <a:avLst/>
          </a:prstGeom>
          <a:solidFill>
            <a:srgbClr val="0096B7">
              <a:alpha val="18000"/>
            </a:srgbClr>
          </a:solidFill>
          <a:ln w="12700">
            <a:solidFill>
              <a:srgbClr val="0096B7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Reimagine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Engagement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411480" y="27889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the onboarding process into a Strategic Consulting Opportunity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3456432"/>
            <a:ext cx="3840480" cy="4572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611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ambiguity into alignment — before it costs you.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FFFFFF"/>
                </a:solidFill>
              </a:rPr>
              <a:t>WHY TODAY'S ONBOARDING IS BROKEN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621792"/>
          </a:xfrm>
          <a:prstGeom prst="rect">
            <a:avLst/>
          </a:prstGeom>
          <a:solidFill>
            <a:srgbClr val="E8F2F7"/>
          </a:solidFill>
          <a:ln w="12700">
            <a:solidFill>
              <a:srgbClr val="C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 </a:t>
            </a:r>
            <a:pPr indent="0" marL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Publishers send long, disconnected style guidelines. We interpret them incorrectly.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64208"/>
            <a:ext cx="82296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755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1168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79222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Tedious Manual Effort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51560" y="2139696"/>
            <a:ext cx="3337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lot of time is spent trying to understand what is being said. Teams wade through long documents with little payoff.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09160" y="1664208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664208"/>
            <a:ext cx="82296" cy="14173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37176" y="1755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011680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94960" y="179222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Guides ≠ Reality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394960" y="2139696"/>
            <a:ext cx="3337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guides have not kept up with what is currently being followed. Documents describe a world that no longer exists.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65760" y="324612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3246120"/>
            <a:ext cx="82296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3776" y="33375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593592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51560" y="337413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Ambiguity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051560" y="3721608"/>
            <a:ext cx="3337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guidelines are open to interpretation, creating grey areas that leave teams operating defensively.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709160" y="324612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09160" y="3246120"/>
            <a:ext cx="82296" cy="141732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37176" y="33375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3593592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94960" y="337413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Scope Signoff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394960" y="3721608"/>
            <a:ext cx="3337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is constantly WIP and never really gets done. There is no agreed baseline to measure new requests against.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FFFFFF"/>
                </a:solidFill>
              </a:rPr>
              <a:t>BECOME THE PUBLISHER'S TRANSFORMATION PARTNER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do this?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shifts that move KriyaDocs from a vendor to a strategic partner.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901952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01952"/>
            <a:ext cx="594360" cy="841248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01952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139696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9344" y="199339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Industry Best Practices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609344" y="234086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proactive consulting engagement — not a reactive setup task. Draw on cross-publisher experience to set the standard from day one.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907792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" y="2907792"/>
            <a:ext cx="594360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2907792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3145536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09344" y="299923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Codify Guidelines into Living Assets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609344" y="334670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scattered style documents into structured, intelligent assets that reflect how publishing actually works — not how it was documented years ago.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65760" y="3913632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3913632"/>
            <a:ext cx="594360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65760" y="3913632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151376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9344" y="400507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Signed-Off Baseline with Clear Ownership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609344" y="435254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definitive scope document — signed by both sides — that defines what is in scope, who is responsible, and what constitutes a new request.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FFFFFF"/>
                </a:solidFill>
              </a:rPr>
              <a:t>GET AI READY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to make the shift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12435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data isn't structured, you can't train or query anything. Phase 1 builds the foundation.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92224"/>
            <a:ext cx="429768" cy="429768"/>
          </a:xfrm>
          <a:prstGeom prst="ellipse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9222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837944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81328" y="17556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Industry Best Practices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481328" y="202996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on cross-publisher experience, we highlight where KriyaDocs features can unlock new capability — a natural upsell opportunity embedded in the engagement.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2450592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578608"/>
            <a:ext cx="429768" cy="4297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5786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624328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81328" y="25420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Codify Business Rules &amp; Processes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481328" y="281635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work with your team to extract, structure, and validate the rules that actually govern your publishing workflow — not what's in a doc, but what's real.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5760" y="3236976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3364992"/>
            <a:ext cx="429768" cy="4297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7200" y="336499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3410712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81328" y="33284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Clutter &amp; Unwanted Complexity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481328" y="360273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identify legacy rules, conflicting instructions, and unnecessary complexity that slows down production — and recommend what to simply retire.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65760" y="4023360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57200" y="4151376"/>
            <a:ext cx="429768" cy="4297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57200" y="415137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197096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81328" y="4114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for the AI World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1481328" y="43891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data isn't structured, you can't train or query anything. Phase 1 is the foundation for everything AI-driven that follows.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65760" y="4818888"/>
            <a:ext cx="8412480" cy="210312"/>
          </a:xfrm>
          <a:prstGeom prst="rect">
            <a:avLst/>
          </a:prstGeom>
          <a:solidFill>
            <a:srgbClr val="E8F2F7"/>
          </a:solidFill>
          <a:ln w="12700">
            <a:solidFill>
              <a:srgbClr val="C8DEE9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57200" y="481888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a named industry expert — a dedicated practice, not a setup task  ·  (David / Meghan)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FFFFFF"/>
                </a:solidFill>
              </a:rPr>
              <a:t>WHAT PUBLISHERS WILL RECEIVE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tangible deliverables at the end of Phase 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426464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26464"/>
            <a:ext cx="4160520" cy="7315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609344"/>
            <a:ext cx="438912" cy="438912"/>
          </a:xfrm>
          <a:prstGeom prst="ellipse">
            <a:avLst/>
          </a:prstGeom>
          <a:solidFill>
            <a:srgbClr val="0096B7">
              <a:alpha val="12000"/>
            </a:srgbClr>
          </a:solidFill>
          <a:ln w="12700">
            <a:solidFill>
              <a:srgbClr val="0096B7">
                <a:alpha val="2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645920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63240" y="1627632"/>
            <a:ext cx="1298448" cy="237744"/>
          </a:xfrm>
          <a:prstGeom prst="rect">
            <a:avLst/>
          </a:prstGeom>
          <a:solidFill>
            <a:srgbClr val="0096B7">
              <a:alpha val="15000"/>
            </a:srgbClr>
          </a:solidFill>
          <a:ln w="12700">
            <a:solidFill>
              <a:srgbClr val="0096B7">
                <a:alpha val="3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3240" y="16276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0096B7"/>
                </a:solidFill>
              </a:rPr>
              <a:t>SIGN-OFF DOCUMENT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033272" y="15910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Codified Rule Set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84632" y="2093976"/>
            <a:ext cx="3840480" cy="13716"/>
          </a:xfrm>
          <a:prstGeom prst="rect">
            <a:avLst/>
          </a:prstGeom>
          <a:solidFill>
            <a:srgbClr val="D0E4EE"/>
          </a:solidFill>
          <a:ln w="12700">
            <a:solidFill>
              <a:srgbClr val="D0E4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" y="217627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signed-off document that defines exactly what KriyaDocs will and won't do. This becomes the contract baseline — new requests fall outside it, creating a clear upsell mechanism.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663440" y="1426464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1426464"/>
            <a:ext cx="416052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28032" y="1609344"/>
            <a:ext cx="438912" cy="438912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20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645920"/>
            <a:ext cx="365760" cy="36576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406640" y="1627632"/>
            <a:ext cx="1298448" cy="237744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406640" y="16276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97316"/>
                </a:solidFill>
              </a:rPr>
              <a:t>AUDIT TOOL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5376672" y="15910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Detector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828032" y="2093976"/>
            <a:ext cx="3840480" cy="13716"/>
          </a:xfrm>
          <a:prstGeom prst="rect">
            <a:avLst/>
          </a:prstGeom>
          <a:solidFill>
            <a:srgbClr val="D0E4EE"/>
          </a:solidFill>
          <a:ln w="12700">
            <a:solidFill>
              <a:srgbClr val="D0E4E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28032" y="217627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the corpus of published articles and surfaces where actual practice diverges from stated policy — giving publishers an honest audit of their own work at scale.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20040" y="3108960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20040" y="3108960"/>
            <a:ext cx="416052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84632" y="3291840"/>
            <a:ext cx="438912" cy="438912"/>
          </a:xfrm>
          <a:prstGeom prst="ellipse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3328416"/>
            <a:ext cx="365760" cy="36576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3063240" y="3310128"/>
            <a:ext cx="1298448" cy="237744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>
                <a:alpha val="3500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063240" y="331012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</a:rPr>
              <a:t>AI TOOL</a:t>
            </a:r>
            <a:endParaRPr lang="en-US" sz="700" dirty="0"/>
          </a:p>
        </p:txBody>
      </p:sp>
      <p:sp>
        <p:nvSpPr>
          <p:cNvPr id="29" name="Text 24"/>
          <p:cNvSpPr/>
          <p:nvPr/>
        </p:nvSpPr>
        <p:spPr>
          <a:xfrm>
            <a:off x="1033272" y="32735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Agent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484632" y="3776472"/>
            <a:ext cx="3840480" cy="13716"/>
          </a:xfrm>
          <a:prstGeom prst="rect">
            <a:avLst/>
          </a:prstGeom>
          <a:solidFill>
            <a:srgbClr val="D0E4EE"/>
          </a:solidFill>
          <a:ln w="12700">
            <a:solidFill>
              <a:srgbClr val="D0E4E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84632" y="385876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trained on the publisher's own rules. Anyone on the team can ask 'How should we handle X?' and get an instant, consistent answer — no more institutional knowledge silos.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4663440" y="3108960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663440" y="3108960"/>
            <a:ext cx="41605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828032" y="3291840"/>
            <a:ext cx="438912" cy="438912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328416"/>
            <a:ext cx="365760" cy="365760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7406640" y="3310128"/>
            <a:ext cx="1298448" cy="237744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406640" y="331012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7C3AED"/>
                </a:solidFill>
              </a:rPr>
              <a:t>STRATEGY REPORT</a:t>
            </a:r>
            <a:endParaRPr lang="en-US" sz="700" dirty="0"/>
          </a:p>
        </p:txBody>
      </p:sp>
      <p:sp>
        <p:nvSpPr>
          <p:cNvPr id="38" name="Text 32"/>
          <p:cNvSpPr/>
          <p:nvPr/>
        </p:nvSpPr>
        <p:spPr>
          <a:xfrm>
            <a:off x="5376672" y="32735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Opportunity Assessment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4828032" y="3776472"/>
            <a:ext cx="3840480" cy="13716"/>
          </a:xfrm>
          <a:prstGeom prst="rect">
            <a:avLst/>
          </a:prstGeom>
          <a:solidFill>
            <a:srgbClr val="D0E4EE"/>
          </a:solidFill>
          <a:ln w="12700">
            <a:solidFill>
              <a:srgbClr val="D0E4EE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828032" y="385876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Q&amp;A-style report identifying gaps, missed opportunities, and risk areas in the publisher's current workflow — turning Phase 1 into a strategic advisory deliverable.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Reimagine Publisher Engagement – KriyaDocs</dc:title>
  <dc:subject>PptxGenJS Presentation</dc:subject>
  <dc:creator>PptxGenJS</dc:creator>
  <cp:lastModifiedBy>PptxGenJS</cp:lastModifiedBy>
  <cp:revision>1</cp:revision>
  <dcterms:created xsi:type="dcterms:W3CDTF">2026-02-27T07:22:55Z</dcterms:created>
  <dcterms:modified xsi:type="dcterms:W3CDTF">2026-02-27T07:22:55Z</dcterms:modified>
</cp:coreProperties>
</file>